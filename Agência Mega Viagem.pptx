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9AF79-7798-4F18-86F1-370E52CDF4EE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94719-EB7B-4D2F-82BC-D6D5E5B23E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10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2579-6F47-9116-0F3E-494462FB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8ECF0C-56D8-4312-6FF6-769F4F9EF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B9B3C-503D-B640-2161-23A104DE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6B95-D241-4217-9596-DF99B5F3DBD5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6EA0D1-1A5A-05CB-9E26-7A0EBD63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B137AD-2199-36C8-D23C-BD5BA8A9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20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096E3-39ED-131B-2F59-35529C4E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5F1A92-1DB1-923C-58A8-6931B6AB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82C33E-3922-CC2E-DB9B-E5A66975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6F495-E9A0-4DBE-B0C5-CB0DCE50DDBD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EDA35E-2C91-140C-77A2-3B914A4A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E7C8A-15AE-6591-9787-4A536D9E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311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BE1BD-0D87-E114-3199-A325EACB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550373-4E73-9EB4-C79C-7E8D9FFB2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B37F0D-1AF7-EB1B-6E4A-7C36AA74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16C0-0100-44EA-AAF7-493BA63462D0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6C1CA-B11D-6C6D-9625-971B1043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7110A8-DADB-42FF-CF86-0626F74E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47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ED112-D2DD-381F-B604-04CFB4D3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DF895F-D54B-EEFF-EF07-91E796A67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BF93D1-4BC7-FCC8-405A-D560AEF57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B44674-0072-05DB-406C-F39EF749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6C76C-DED7-4B0B-9F4A-43F5880A6FBA}" type="datetime1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B80D87-C13A-50BA-9BDA-5E7968A6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01B0AD-F328-56C7-638C-0ED86014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661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9B28F-126E-4686-C817-8EE01484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5A35EE-94B3-DED2-B235-779F91A1E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2FE944-F328-D8DA-B75B-A60D2B9EC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8D26403-A0A2-080B-0B8B-9BFD02EF2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A244-D98E-FDC5-E1CE-65D83038B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30E046-7E1F-EDFA-CD44-3576703E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756E-8D22-45A4-9283-A457FC2C5C3E}" type="datetime1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AA0FDF-8BCD-9E9B-7A8E-FB92E8C3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BFFA83-2EE6-E6BA-FBF2-5DD430E9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896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35562-9EDC-7C28-DDB0-606DB793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20D86C-2648-589D-8D33-BF16F3AC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77B5A-EF58-4A03-9E96-38A76662C68D}" type="datetime1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CB6183-391B-6A99-1129-4FDE6DE5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E29F44-9D62-C611-B307-6DF5229C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25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A3ACF4-A351-A9F5-9220-AEF8067E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79BCE-D8CB-4E08-AD08-049F0D25E313}" type="datetime1">
              <a:rPr lang="pt-BR" smtClean="0"/>
              <a:t>01/04/2026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77B294-0EB9-6E84-3FBE-7C8074A0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9C2701-F4D4-4D36-A7C7-6E1A25A5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16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07310-0632-1DA9-F549-3F2B66F5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13385-FE7C-036F-7A0D-7603038CB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28968F-24F9-072C-A0C0-6137321D6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F94C21-9445-F412-B370-86A6011C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8593-ECA3-4FF6-BBCF-A99576D441A4}" type="datetime1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B003D5-7B27-B223-50CD-7FA816C5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23649-2EDD-38B2-8C55-760CAA99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01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3582B-1E6A-A232-CA97-04939A5F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2FE5BA-5E62-FAD3-D342-3E77DD7EB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96425D-6CF3-A6DD-AC1D-43F09309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4DF91F-A46F-1BEA-B246-206A3A49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27774-1346-4097-A7AC-EA4BC0326697}" type="datetime1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8F38AF-5192-B35C-5650-E71C56BC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6B14D-FD02-22FF-AD32-B7CCA9F6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06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1F0A4-9B74-014E-9735-CB271B6A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F99A37-4678-EAB4-0DBC-A5325E0AA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7CF5D5-F592-5301-199B-3E308378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A0E3-FAA8-4960-91E7-399274AA14FA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9EF5E-22F2-54F2-A9BE-0A289DF2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D624EC-9043-E4E9-7F38-1D467846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45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08840C-AAAD-E601-802F-E8CAC6163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E62C7-675A-9B1A-3E67-80250E90F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F75099-36D0-4C73-C98F-8625C6EE2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97ED-C5F4-4B85-B230-B1AF39BAE11E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3D5088-9969-99D6-F6FB-D730202B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342CBD-C7E0-78CF-E481-0D1EFB78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77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4F5CACB-380C-3572-D720-07BCBDBB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09B0C7-BA18-6D31-DDA6-74A0CC78A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766FF6-2D09-DF07-50E2-BE8916244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0318E-94FE-4C78-BC27-25F61BD7B289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35C9FA-40AF-1D88-3BC9-526CC71E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6A614F-73C4-1411-422E-6EAFD314D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673F-F824-4635-9FE2-ECE0914429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61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F46A9-2CF9-E868-47B3-A4E2944E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8812"/>
            <a:ext cx="9256295" cy="1655762"/>
          </a:xfrm>
        </p:spPr>
        <p:txBody>
          <a:bodyPr>
            <a:normAutofit/>
          </a:bodyPr>
          <a:lstStyle/>
          <a:p>
            <a:pPr algn="r">
              <a:lnSpc>
                <a:spcPct val="100000"/>
              </a:lnSpc>
            </a:pPr>
            <a:r>
              <a:rPr lang="pt-BR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Agência Mega Viagem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357543-5263-F452-7980-299CB4343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295" y="3429000"/>
            <a:ext cx="9144000" cy="1655762"/>
          </a:xfrm>
        </p:spPr>
        <p:txBody>
          <a:bodyPr/>
          <a:lstStyle/>
          <a:p>
            <a:pPr algn="r"/>
            <a:r>
              <a:rPr lang="pt-BR" i="1" dirty="0">
                <a:solidFill>
                  <a:schemeClr val="accent2">
                    <a:lumMod val="50000"/>
                  </a:schemeClr>
                </a:solidFill>
                <a:latin typeface="Italico"/>
              </a:rPr>
              <a:t>A melhor de São Paulo</a:t>
            </a:r>
          </a:p>
          <a:p>
            <a:pPr algn="r"/>
            <a:r>
              <a:rPr lang="pt-BR" i="1" dirty="0">
                <a:solidFill>
                  <a:schemeClr val="accent2">
                    <a:lumMod val="50000"/>
                  </a:schemeClr>
                </a:solidFill>
                <a:latin typeface="Italico"/>
              </a:rPr>
              <a:t>Conforto, ofertas e tradição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74456-433B-7E75-55B1-1AB72783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41E0A-EE93-4A33-8977-C6D2607757BF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FFF9A2-7379-EFDA-2A10-ABD0DDB3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514286-0A65-5F67-4C18-4945BD2B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89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FC577-DBD0-E45E-053C-EC201E25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 Aventuras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F9C4EF-EF43-2B8D-980A-9491F830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Peru – 10 x de R$ 437,99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Antártica – 10 x R$ 1.329,99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Flórida – 10 x R$ 999,00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Nepal – 10 x R$ 267,00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Japão – 10 x R$ 1. 197,00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Adventure Galápagos – 10 x R$ 1. 359,00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08A74-ECC7-9C00-6195-F589196E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44311-879A-4E8C-94D5-6D229C35C28E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A07650-1F1A-BA50-58D7-95D728EE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4EF585-FA41-A9C7-9879-E85A49A7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55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1D491-F7B8-BCAD-F2AB-470E74C0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34" y="389888"/>
            <a:ext cx="10515600" cy="1325563"/>
          </a:xfrm>
        </p:spPr>
        <p:txBody>
          <a:bodyPr/>
          <a:lstStyle/>
          <a:p>
            <a:r>
              <a:rPr lang="pt-B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 Nupcial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22CE05-40BD-89C0-1152-B53A5155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34" y="1216426"/>
            <a:ext cx="10394866" cy="823911"/>
          </a:xfrm>
        </p:spPr>
        <p:txBody>
          <a:bodyPr>
            <a:normAutofit/>
          </a:bodyPr>
          <a:lstStyle/>
          <a:p>
            <a:r>
              <a:rPr lang="pt-BR" sz="3200" dirty="0">
                <a:cs typeface="Arial" panose="020B0604020202020204" pitchFamily="34" charset="0"/>
              </a:rPr>
              <a:t>Pacote Núpcias Luxo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F0D646-F762-7B16-8233-DA8EBB715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3334" y="2040336"/>
            <a:ext cx="5297594" cy="44277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1200" dirty="0"/>
              <a:t>Champanhe Salton Brut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Cesta com Frutos da época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Flores decorando o quarto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Bombons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Café da Manhã servindo no restaurante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Roupa de cama diferenciada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5 Travesseiros 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Roupões e chinelos para uso durante a hospedagem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Check-in antecipado a partir das 12:00. Late Check-out até as 19;00h.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Pagamento antecipado (no valor do pacote) ou parcelado em 5 vezes no cartão de crédito.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Buquê de rosas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200" dirty="0"/>
              <a:t>Estacionamento incluso durante a hospedagem</a:t>
            </a:r>
          </a:p>
          <a:p>
            <a:pPr marL="514350" indent="-514350">
              <a:buFont typeface="+mj-lt"/>
              <a:buAutoNum type="arabicPeriod"/>
            </a:pPr>
            <a:endParaRPr lang="pt-BR" sz="1600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73EF58-2994-7C56-7817-9E3792E7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4416" y="1559164"/>
            <a:ext cx="5100972" cy="458201"/>
          </a:xfrm>
        </p:spPr>
        <p:txBody>
          <a:bodyPr>
            <a:no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Pacote Núpcias Prata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870FEC-B990-9D59-BF53-4C0881BAD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3308" y="2058189"/>
            <a:ext cx="5183188" cy="4050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Champanhe Salton Brut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Morangos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Flores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Café da manhã servido no restaurante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5 Travesseiros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Estacionamento Incluso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Check-in antecipado a partir das 12:00. Late Check- out até as 19:00h.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sz="1200" dirty="0"/>
              <a:t>Pagamento antecipado (no valor total do pacote) ou parcelado em 5 vezes no cartão de crédito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pt-BR" sz="120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85649C3-25A0-0E4D-A347-04A9DD42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3B061-71D2-49DA-A70D-5AD9BBD3C9C3}" type="datetime1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ADD7B2-A3D0-4C28-5102-9EE1A8FC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ECDD46-814A-C918-979C-17002602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40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2F882-054E-17E2-E3D6-6C8F2FF8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5E6E61-42E9-F167-E581-C202AE821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ED7F70-40F6-D63B-0F10-4507DE967A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034264-B272-A564-AE8C-9B578F871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73DA17-583D-D31C-B966-E1DE872601B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E594CF-E656-3D3E-B96C-4AE0E06F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756E-8D22-45A4-9283-A457FC2C5C3E}" type="datetime1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181321-2045-77CE-1F14-8C2ECE3A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6D5A4A-89B6-F17F-6E15-C817A61B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86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867B1-0EF8-12C4-6C83-B020420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Pacotes Promocionais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285C7E-7FA6-050A-923F-C72AA0B9F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Paulo – Rio de Janeiro – 10 x de R$ 84,00</a:t>
            </a:r>
          </a:p>
          <a:p>
            <a:r>
              <a:rPr lang="pt-BR" dirty="0"/>
              <a:t>São Paulo – Fortaleza – 10 x de R$189,00</a:t>
            </a:r>
          </a:p>
          <a:p>
            <a:r>
              <a:rPr lang="pt-BR" dirty="0"/>
              <a:t>São Paulo – Gramado – 10 x de R$69,00</a:t>
            </a:r>
          </a:p>
          <a:p>
            <a:r>
              <a:rPr lang="pt-BR" dirty="0"/>
              <a:t>São Paulo – Aracaju  - 10 x de R$ 89,00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F8AF10-95D7-28BA-C0C7-4BA8339A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3738-6789-41B7-A2F9-C507D8460159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B6A644-5E2D-F49F-A5C4-77D76438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F2798-61B6-2BFD-4412-82556E91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02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E45A9-E69F-1540-BA02-A194DF42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Carnaval em Balneário</a:t>
            </a:r>
            <a:br>
              <a:rPr lang="pt-BR" dirty="0"/>
            </a:br>
            <a:r>
              <a:rPr lang="pt-BR" dirty="0"/>
              <a:t>Camboriú - SC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5D2410-BB6F-A6B9-DDA6-2F393DB3E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Transporte em ônibus especial para turismo;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Serviço de Bordo;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Guia acompanhamento;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Hospedagem no Hotel Solário (2 quadras de praia);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Meia pensão;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Passeios opcionais: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Escura Pirata</a:t>
            </a: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Teleférico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Unipraias</a:t>
            </a:r>
            <a:endParaRPr lang="pt-B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Cristo Luz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691602-9F55-5C4E-ADF9-4A5F5ED43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70100"/>
            <a:ext cx="3932237" cy="381158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pt-BR" dirty="0"/>
              <a:t>Balneário Camboriú é um município da Região Metropolitana da Foz do Rio Itajaí, no litoral norte do estado de Santa Catarina, no Brasil.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r>
              <a:rPr lang="pt-BR" dirty="0"/>
              <a:t>Saídas todas as quintas-feiras do mês de fevereiro.</a:t>
            </a:r>
          </a:p>
          <a:p>
            <a:pPr algn="just">
              <a:lnSpc>
                <a:spcPct val="100000"/>
              </a:lnSpc>
            </a:pPr>
            <a:endParaRPr lang="pt-BR" dirty="0"/>
          </a:p>
          <a:p>
            <a:pPr algn="just">
              <a:lnSpc>
                <a:spcPct val="100000"/>
              </a:lnSpc>
            </a:pP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006F7E-2F13-7493-93E5-467EAC9D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B559-CE92-4A60-A0E6-87447CF6406D}" type="datetime1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919BC4-990E-962B-3035-E9F67173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361FD0-9789-164A-A0E3-333678B4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87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A4479-0926-1FEA-208C-CBC1AF86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272758" y="2766219"/>
            <a:ext cx="11017252" cy="1325563"/>
          </a:xfrm>
        </p:spPr>
        <p:txBody>
          <a:bodyPr vert="horz">
            <a:noAutofit/>
          </a:bodyPr>
          <a:lstStyle/>
          <a:p>
            <a:pPr algn="ctr"/>
            <a:r>
              <a:rPr lang="pt-BR" sz="6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Agências Mega</a:t>
            </a:r>
            <a:br>
              <a:rPr lang="pt-BR" sz="6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BR" sz="60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Viagem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E06104-F68C-0A99-BA78-F325A8D49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6" y="31623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dirty="0">
                <a:solidFill>
                  <a:schemeClr val="accent2">
                    <a:lumMod val="50000"/>
                  </a:schemeClr>
                </a:solidFill>
                <a:latin typeface="Italico"/>
              </a:rPr>
              <a:t>Sempre um novo local. Sempre uma boa viagem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506C4-BF46-7573-4994-349AD2A7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37906-C3D6-4277-96F0-EB90B090FB6E}" type="datetime1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69BA8-43A2-8759-B03A-80344450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Curso de PowerPoint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7E5A6A-EC8A-62B9-8AD9-77229AB2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73F-F824-4635-9FE2-ECE09144298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436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370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Italico</vt:lpstr>
      <vt:lpstr>Verdana</vt:lpstr>
      <vt:lpstr>Wingdings</vt:lpstr>
      <vt:lpstr>Tema do Office</vt:lpstr>
      <vt:lpstr>Agência Mega Viagem</vt:lpstr>
      <vt:lpstr>Pacote Aventuras</vt:lpstr>
      <vt:lpstr>Pacote Nupcial</vt:lpstr>
      <vt:lpstr>Apresentação do PowerPoint</vt:lpstr>
      <vt:lpstr>Pacotes Promocionais</vt:lpstr>
      <vt:lpstr>Carnaval em Balneário Camboriú - SC</vt:lpstr>
      <vt:lpstr>Agências Mega  Viagem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Borges</dc:creator>
  <cp:lastModifiedBy>Sarah Borges</cp:lastModifiedBy>
  <cp:revision>2</cp:revision>
  <dcterms:created xsi:type="dcterms:W3CDTF">2026-04-01T16:49:31Z</dcterms:created>
  <dcterms:modified xsi:type="dcterms:W3CDTF">2026-04-01T19:29:15Z</dcterms:modified>
</cp:coreProperties>
</file>